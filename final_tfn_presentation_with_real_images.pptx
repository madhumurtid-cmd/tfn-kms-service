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66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014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high-level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child pipeline is triggered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Critical for deterministic encryption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SQL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REST call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request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txn update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matrix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tracking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lifecycle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key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member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actual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 Pipeline orchestrates batch</a:t>
            </a:r>
          </a:p>
          <a:p>
            <a:r>
              <a:t>Child Pipeline handles encryption</a:t>
            </a:r>
          </a:p>
          <a:p>
            <a:r>
              <a:t>KMS provides keys</a:t>
            </a:r>
          </a:p>
        </p:txBody>
      </p:sp>
      <p:pic>
        <p:nvPicPr>
          <p:cNvPr id="4" name="Picture 3" descr="parent pipeli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1658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 Pipeline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Execute Snap calls child</a:t>
            </a:r>
          </a:p>
          <a:p>
            <a:r>
              <a:t>KeyId passed as parameter</a:t>
            </a:r>
          </a:p>
          <a:p>
            <a:r>
              <a:t>Batch controlled execution</a:t>
            </a:r>
          </a:p>
        </p:txBody>
      </p:sp>
      <p:pic>
        <p:nvPicPr>
          <p:cNvPr id="4" name="Picture 3" descr="child 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29888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Passing KeyId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KeyId passed using pipeline parameters</a:t>
            </a:r>
          </a:p>
          <a:p>
            <a:r>
              <a:t>Ensures consistent encryption key</a:t>
            </a:r>
          </a:p>
        </p:txBody>
      </p:sp>
      <p:pic>
        <p:nvPicPr>
          <p:cNvPr id="4" name="Picture 3" descr="pass-keyid-to-ch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46376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Data Fetch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 member + transaction data</a:t>
            </a:r>
          </a:p>
          <a:p>
            <a:r>
              <a:t>Filter eligible records</a:t>
            </a:r>
          </a:p>
        </p:txBody>
      </p:sp>
      <p:pic>
        <p:nvPicPr>
          <p:cNvPr id="4" name="Picture 3" descr="Oracle Execute Sn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4698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Encryption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/crypto/encrypt</a:t>
            </a:r>
          </a:p>
          <a:p>
            <a:r>
              <a:t>JSON payload with TFNs</a:t>
            </a:r>
          </a:p>
        </p:txBody>
      </p:sp>
      <p:pic>
        <p:nvPicPr>
          <p:cNvPr id="4" name="Picture 3" descr="http-client-rest-call-encry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43714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Payload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keyId + TFN fields</a:t>
            </a:r>
          </a:p>
          <a:p>
            <a:r>
              <a:t>Format preserved encryption</a:t>
            </a:r>
          </a:p>
        </p:txBody>
      </p:sp>
      <p:pic>
        <p:nvPicPr>
          <p:cNvPr id="4" name="Picture 3" descr="http-client-entity-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44905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Mapper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Maps encrypted values</a:t>
            </a:r>
          </a:p>
          <a:p>
            <a:r>
              <a:t>Prepares DB updates</a:t>
            </a:r>
          </a:p>
        </p:txBody>
      </p:sp>
      <p:pic>
        <p:nvPicPr>
          <p:cNvPr id="4" name="Picture 3" descr="Members-Master-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18579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Updates transaction table</a:t>
            </a:r>
          </a:p>
          <a:p>
            <a:r>
              <a:t>Stores encrypted TFNs</a:t>
            </a:r>
          </a:p>
        </p:txBody>
      </p:sp>
      <p:pic>
        <p:nvPicPr>
          <p:cNvPr id="4" name="Picture 3" descr="Txn-table-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27748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original + encrypted values</a:t>
            </a:r>
          </a:p>
          <a:p>
            <a:r>
              <a:t>Audit trail</a:t>
            </a:r>
          </a:p>
        </p:txBody>
      </p:sp>
      <p:pic>
        <p:nvPicPr>
          <p:cNvPr id="4" name="Picture 3" descr="Matrix-table-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30780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Master</a:t>
            </a:r>
          </a:p>
          <a:p>
            <a:r>
              <a:t>Batch Run</a:t>
            </a:r>
          </a:p>
          <a:p>
            <a:r>
              <a:t>Key Registry</a:t>
            </a:r>
          </a:p>
        </p:txBody>
      </p:sp>
      <p:pic>
        <p:nvPicPr>
          <p:cNvPr id="4" name="Picture 3" descr="Batch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619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Run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execution status</a:t>
            </a:r>
          </a:p>
          <a:p>
            <a:r>
              <a:t>Start &amp; End timestamps</a:t>
            </a:r>
          </a:p>
        </p:txBody>
      </p:sp>
      <p:pic>
        <p:nvPicPr>
          <p:cNvPr id="4" name="Picture 3" descr="Batch-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18774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encrypted keys</a:t>
            </a:r>
          </a:p>
          <a:p>
            <a:r>
              <a:t>Used by KMS</a:t>
            </a:r>
          </a:p>
        </p:txBody>
      </p:sp>
      <p:pic>
        <p:nvPicPr>
          <p:cNvPr id="4" name="Picture 3" descr="Key-register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14455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 Master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Updates encrypted flag</a:t>
            </a:r>
          </a:p>
          <a:p>
            <a:r>
              <a:t>Stores encrypted TFN</a:t>
            </a:r>
          </a:p>
        </p:txBody>
      </p:sp>
      <p:pic>
        <p:nvPicPr>
          <p:cNvPr id="4" name="Picture 3" descr="Members-Master-Ins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18844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TFN Matrix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vs Encrypted TFNs</a:t>
            </a:r>
          </a:p>
        </p:txBody>
      </p:sp>
      <p:pic>
        <p:nvPicPr>
          <p:cNvPr id="4" name="Picture 3" descr="tfn-matrix-upd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5486400" cy="2462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182</Words>
  <Application>Microsoft Office PowerPoint</Application>
  <PresentationFormat>On-screen Show (4:3)</PresentationFormat>
  <Paragraphs>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Overall Architecture</vt:lpstr>
      <vt:lpstr>Child Pipeline Execution</vt:lpstr>
      <vt:lpstr>Passing KeyId</vt:lpstr>
      <vt:lpstr>Oracle Data Fetch</vt:lpstr>
      <vt:lpstr>HTTP Encryption Call</vt:lpstr>
      <vt:lpstr>HTTP Payload</vt:lpstr>
      <vt:lpstr>Mapper Transformation</vt:lpstr>
      <vt:lpstr>Transaction Update</vt:lpstr>
      <vt:lpstr>Matrix Insert</vt:lpstr>
      <vt:lpstr>Batch Tables</vt:lpstr>
      <vt:lpstr>Batch Run Tracking</vt:lpstr>
      <vt:lpstr>Key Registry</vt:lpstr>
      <vt:lpstr>Member Master Update</vt:lpstr>
      <vt:lpstr>TFN Matrix Data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Madhu Dharmapuri</cp:lastModifiedBy>
  <cp:revision>2</cp:revision>
  <dcterms:created xsi:type="dcterms:W3CDTF">2013-01-27T09:14:16Z</dcterms:created>
  <dcterms:modified xsi:type="dcterms:W3CDTF">2026-04-24T17:20:16Z</dcterms:modified>
  <cp:category/>
</cp:coreProperties>
</file>